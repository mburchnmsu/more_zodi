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SPHEREx: </a:t>
            </a:r>
            <a:r>
              <a:rPr sz="26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EEF3F8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Science: </a:t>
            </a:r>
            <a:r>
              <a:rPr sz="26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46713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EEF3F8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EEF3F8"/>
                </a:solidFill>
                <a:latin typeface="Arial"/>
              </a:rPr>
              <a:t>ZodiPy</a:t>
            </a:r>
            <a:r>
              <a:rPr sz="2400" b="0">
                <a:solidFill>
                  <a:srgbClr val="EEF3F8"/>
                </a:solidFill>
                <a:latin typeface="Arial"/>
              </a:rPr>
              <a:t> computes what SPHEREx would see from it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2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200" b="0">
                <a:solidFill>
                  <a:srgbClr val="A9B6C6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2963716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195315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Zodiacal light must be removed from every SPHEREx image, but models like Kelsall's were fit to older data and leave errors behind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A </a:t>
            </a:r>
            <a:r>
              <a:rPr sz="2500" b="1">
                <a:solidFill>
                  <a:srgbClr val="EEF3F8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EEF3F8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392534"/>
            <a:ext cx="15361920" cy="1384106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838321"/>
            <a:ext cx="6000695" cy="367527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No dates or sky-map positions: only </a:t>
            </a:r>
            <a:r>
              <a:rPr sz="2500" b="1">
                <a:solidFill>
                  <a:srgbClr val="EEF3F8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EEF3F8"/>
                </a:solidFill>
                <a:latin typeface="Arial"/>
              </a:rPr>
              <a:t> (Fig. 3)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15" y="27866219"/>
            <a:ext cx="8263944" cy="56194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577141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200" b="0">
                <a:solidFill>
                  <a:srgbClr val="A9B6C6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11914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6055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60554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90322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90322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2009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2009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985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985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962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9626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4359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Lesson: </a:t>
            </a:r>
            <a:r>
              <a:rPr sz="2600" b="0">
                <a:solidFill>
                  <a:srgbClr val="EEF3F8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2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2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EEF3F8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EEF3F8"/>
                </a:solidFill>
                <a:latin typeface="Arial"/>
              </a:rPr>
              <a:t>smallest </a:t>
            </a:r>
            <a:r>
              <a:rPr sz="2600" b="0">
                <a:solidFill>
                  <a:srgbClr val="EEF3F8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7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7.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on pointings the network never saw, across the whole sky. Each pointing is blended over a 7° patch to show the large-scale pattern.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