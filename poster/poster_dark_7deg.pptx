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506638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3399885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27761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828703"/>
            <a:ext cx="15361920" cy="13404896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9082481"/>
            <a:ext cx="7181258" cy="3263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8578" y="28306030"/>
            <a:ext cx="7083381" cy="48166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214170"/>
            <a:ext cx="14538960" cy="11018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0462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5326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5326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8303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8303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1280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1280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257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257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234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234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0717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