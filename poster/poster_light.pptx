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look direction in a frame that turns with Earth (x⊕ = Sun → Earth)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6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7.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