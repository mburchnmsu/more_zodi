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506638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pointing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3399885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27761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1B1F24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828703"/>
            <a:ext cx="15361920" cy="13404896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9082481"/>
            <a:ext cx="7181258" cy="3263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or sky coordinates: 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3),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8578" y="28306030"/>
            <a:ext cx="7083381" cy="48166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214170"/>
            <a:ext cx="14538960" cy="11018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04629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53269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53269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8303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83037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12805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12805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2573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2573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234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2341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0717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6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1B1F24"/>
                </a:solidFill>
                <a:latin typeface="Arial"/>
              </a:rPr>
              <a:t>smallest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7.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