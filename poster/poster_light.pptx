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SPHEREx: </a:t>
            </a:r>
            <a:r>
              <a:rPr sz="30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B8460B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Science: </a:t>
            </a:r>
            <a:r>
              <a:rPr sz="30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B8460B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B8460B"/>
                </a:solidFill>
                <a:latin typeface="Arial"/>
              </a:rPr>
              <a:t>ZodiPy</a:t>
            </a:r>
            <a:r>
              <a:rPr sz="28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6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A </a:t>
            </a:r>
            <a:r>
              <a:rPr sz="2800" b="1">
                <a:solidFill>
                  <a:srgbClr val="B8460B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B8460B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B8460B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1B1F24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6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63388" y="11229487"/>
            <a:ext cx="13085064" cy="65425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86345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6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26862" y="19322582"/>
            <a:ext cx="12358116" cy="556115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975174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6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434298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1B1F24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B8460B"/>
                </a:solidFill>
                <a:latin typeface="Arial"/>
              </a:rPr>
              <a:t>smallest </a:t>
            </a:r>
            <a:r>
              <a:rPr sz="3000" b="0">
                <a:solidFill>
                  <a:srgbClr val="1B1F24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More data: </a:t>
            </a:r>
            <a:r>
              <a:rPr sz="3000" b="0">
                <a:solidFill>
                  <a:srgbClr val="1B1F24"/>
                </a:solidFill>
                <a:latin typeface="Arial"/>
              </a:rPr>
              <a:t>with all 500 days the whole sky is tested and the plane-of-the-planets error drops (0.083% → 0.063%)</a:t>
            </a:r>
          </a:p>
        </p:txBody>
      </p:sp>
      <p:pic>
        <p:nvPicPr>
          <p:cNvPr id="57" name="Picture 56" descr="skyerror_pair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36440" y="28772769"/>
            <a:ext cx="14538960" cy="46524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516676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on pointings the network never saw, across the sky (3.5° patches, about SPHEREx's view). Left: the first 140 days. Right: all 500 days now available (that model also uses Jupiter's direction, n·J).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