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Numbers: 5-network ensemble, 64-64-32-16 gelu (4 hidden layers), one-cycle LR (peak 1e-3), 750 epochs (round 21,</a:t>
            </a:r>
          </a:p>
          <a:p>
            <a:r>
              <a:t>z115_m750_shift*), 140-day corrected data (ZODI_DATA=z115). Errors are relative to ZodiPy (the Kelsall model), not the real sky.</a:t>
            </a:r>
          </a:p>
          <a:p>
            <a:r>
              <a:t>- Fig. 2: Jupiter and the Moon are tracked for real data; the poster model's 9 inputs are n.S n.z n.E n.vS n.vE n.x_E n.y_E</a:t>
            </a:r>
          </a:p>
          <a:p>
            <a:r>
              <a:t>  sin/cos(lambda_E) (no Jupiter, no Moon). x_E, y_E = ecliptic x, y rotated by Earth's longitude lambda_E.</a:t>
            </a:r>
          </a:p>
          <a:p>
            <a:r>
              <a:t>- Fig. 3 (poster/data_training.jl): epoch-averaged MSE (mean of 10 in-epoch evaluations), poster split; final mean</a:t>
            </a:r>
          </a:p>
          <a:p>
            <a:r>
              <a:t>  train/test MSE 2.5e-8 / 1.2e-7 (MJy/sr)^2.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</a:t>
            </a:r>
          </a:p>
          <a:p>
            <a:r>
              <a:t>- Fig. 5: the 30-day split slid by 0, 10, ..., 50 days, 5 seeds each. Red = withheld windows with training data before and</a:t>
            </a:r>
          </a:p>
          <a:p>
            <a:r>
              <a:t>  after: 0.015-0.030%. Orange = windows at the mission's start/end (extrapolation in time): 0.016-0.09%.</a:t>
            </a:r>
          </a:p>
          <a:p>
            <a:r>
              <a:t>- Fig. 6 (poster/data_skyerror.jl, sweeps/r24_data.jl): between-month windows, each pointing averaged over the versions</a:t>
            </a:r>
          </a:p>
          <a:p>
            <a:r>
              <a:t>  that withheld it; 3.5-deg patches. Left (140 d): median 0.016%, p95 0.063%, within 2 deg of the ecliptic 0.083%.</a:t>
            </a:r>
          </a:p>
          <a:p>
            <a:r>
              <a:t>  Right (500 d, poster model + n.J, 500 epochs, round 24): median 0.016%, p95 0.053%, ecliptic 0.064%.</a:t>
            </a:r>
          </a:p>
          <a:p>
            <a:r>
              <a:t>  If asked about n.J: on 500 days it stood in for the Sun's wobble about the barycentre (inputs were barycentric);</a:t>
            </a:r>
          </a:p>
          <a:p>
            <a:r>
              <a:t>  with heliocentric inputs and no n.J the 500-day ecliptic error is 0.048% (round 27/28, not shown).</a:t>
            </a:r>
          </a:p>
          <a:p>
            <a:r>
              <a:t>- Earth-trailing cloud (mentor's tests): the network reproduces Kelsall's ring + trailing blob to 0.002% of the total.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SPHEREx: </a:t>
            </a:r>
            <a:r>
              <a:rPr sz="30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FFC861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Science: </a:t>
            </a:r>
            <a:r>
              <a:rPr sz="30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FFC861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FFC861"/>
                </a:solidFill>
                <a:latin typeface="Arial"/>
              </a:rPr>
              <a:t>ZodiPy</a:t>
            </a:r>
            <a:r>
              <a:rPr sz="2800" b="0">
                <a:solidFill>
                  <a:srgbClr val="EEF3F8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6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A </a:t>
            </a:r>
            <a:r>
              <a:rPr sz="2800" b="1">
                <a:solidFill>
                  <a:srgbClr val="FFC861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FFC861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4339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FFC861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EEF3F8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40754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8630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600" b="0">
                <a:solidFill>
                  <a:srgbClr val="A9B6C6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83914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705706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705706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217770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217770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729834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729834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241898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241898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53962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53962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829878"/>
            <a:ext cx="6995160" cy="26877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Tested on whole months they never saw</a:t>
            </a:r>
          </a:p>
        </p:txBody>
      </p:sp>
      <p:pic>
        <p:nvPicPr>
          <p:cNvPr id="38" name="Picture 37" descr="training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671382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767540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017448" y="11173968"/>
            <a:ext cx="12976942" cy="6488471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75387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6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77919" y="19157483"/>
            <a:ext cx="12256001" cy="5515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764123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6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167727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EEF3F8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FFC861"/>
                </a:solidFill>
                <a:latin typeface="Arial"/>
              </a:rPr>
              <a:t>smallest </a:t>
            </a:r>
            <a:r>
              <a:rPr sz="3000" b="0">
                <a:solidFill>
                  <a:srgbClr val="EEF3F8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More data: </a:t>
            </a:r>
            <a:r>
              <a:rPr sz="3000" b="0">
                <a:solidFill>
                  <a:srgbClr val="EEF3F8"/>
                </a:solidFill>
                <a:latin typeface="Arial"/>
              </a:rPr>
              <a:t>with all 500 days the whole sky is tested and the plane-of-the-planets error drops (0.083% → 0.064%)</a:t>
            </a:r>
          </a:p>
        </p:txBody>
      </p:sp>
      <p:pic>
        <p:nvPicPr>
          <p:cNvPr id="57" name="Picture 56" descr="skyerror_pair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96507" y="28450679"/>
            <a:ext cx="14418825" cy="461402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156144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on pointings the network never saw, across the sky (3.5° patches, about SPHEREx's view). Left: the first 140 days. Right: all 500 days now available; with more than a year of data, Jupiter's direction (n·J) also helps the network tell the two years apart.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