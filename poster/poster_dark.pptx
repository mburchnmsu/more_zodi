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SPHEREx: </a:t>
            </a:r>
            <a:r>
              <a:rPr sz="30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FFC861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Science: </a:t>
            </a:r>
            <a:r>
              <a:rPr sz="30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FFC861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FFC861"/>
                </a:solidFill>
                <a:latin typeface="Arial"/>
              </a:rPr>
              <a:t>ZodiPy</a:t>
            </a:r>
            <a:r>
              <a:rPr sz="28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6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A </a:t>
            </a:r>
            <a:r>
              <a:rPr sz="2800" b="1">
                <a:solidFill>
                  <a:srgbClr val="FFC861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FFC861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FFC861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EEF3F8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6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17448" y="11173968"/>
            <a:ext cx="12976942" cy="6488471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75387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6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77919" y="19157483"/>
            <a:ext cx="12256001" cy="5515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764123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6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167727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EEF3F8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FFC861"/>
                </a:solidFill>
                <a:latin typeface="Arial"/>
              </a:rPr>
              <a:t>smallest </a:t>
            </a:r>
            <a:r>
              <a:rPr sz="3000" b="0">
                <a:solidFill>
                  <a:srgbClr val="EEF3F8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More data: </a:t>
            </a:r>
            <a:r>
              <a:rPr sz="3000" b="0">
                <a:solidFill>
                  <a:srgbClr val="EEF3F8"/>
                </a:solidFill>
                <a:latin typeface="Arial"/>
              </a:rPr>
              <a:t>with all 500 days the whole sky is tested and the plane-of-the-planets error drops (0.083% → 0.064%)</a:t>
            </a:r>
          </a:p>
        </p:txBody>
      </p:sp>
      <p:pic>
        <p:nvPicPr>
          <p:cNvPr id="57" name="Picture 56" descr="skyerror_pair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96507" y="28450679"/>
            <a:ext cx="14418825" cy="461402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156144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on pointings the network never saw, across the sky (3.5° patches, about SPHEREx's view). Left: the first 140 days. Right: all 500 days now available; with more than a year of data, Jupiter's direction (n·J) also helps the network tell the two years apart.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